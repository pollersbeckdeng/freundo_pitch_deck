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4B74032F-C421-40FC-8FEC-B3566728A92F}">
          <p14:sldIdLst>
            <p14:sldId id="256"/>
          </p14:sldIdLst>
        </p14:section>
        <p14:section name="Motivation" id="{B0F16864-6FA6-4CEB-9626-E7FF2FEBB052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Innovation" id="{C7F792A0-B818-4391-99F6-9DFFAA9205FB}">
          <p14:sldIdLst>
            <p14:sldId id="264"/>
          </p14:sldIdLst>
        </p14:section>
        <p14:section name="Marketing" id="{828D8F81-A01C-4EB3-9241-217BE3E4F65E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Fundings" id="{A70B4419-1D08-43E7-9C2E-6C8F7B21AE21}">
          <p14:sldIdLst>
            <p14:sldId id="271"/>
            <p14:sldId id="272"/>
          </p14:sldIdLst>
        </p14:section>
        <p14:section name="Team" id="{B38E3010-3FCD-4FEA-A279-D65ADF1A8CF2}">
          <p14:sldIdLst>
            <p14:sldId id="273"/>
            <p14:sldId id="274"/>
          </p14:sldIdLst>
        </p14:section>
        <p14:section name="Contact" id="{70C5CCCB-14A3-42BD-B49A-06AC3F4263AF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431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freundo.co.uk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vised_image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hlinkClick r:id="rId4"/>
          </p:cNvPr>
          <p:cNvSpPr/>
          <p:nvPr/>
        </p:nvSpPr>
        <p:spPr>
          <a:xfrm>
            <a:off x="932688" y="2889504"/>
            <a:ext cx="2331720" cy="32918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6E5921F-BD50-2796-58B2-0D0BBB33B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1367"/>
            <a:ext cx="9141570" cy="51448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vised_images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0377D39-9FEF-0022-948B-3F7A41A52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D60AF0F-552D-4190-38DD-99829BB9B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8C0A180-2EA9-B39B-4713-4CE85A2FF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931DCF0-0410-4495-048E-7F76E2B8F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D20B0F1-6D91-4FD7-7853-63D57826D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vised_image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F0F8562-158A-1C5A-199F-A06EADE57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AFC46BE-756A-F1F6-7B3B-258D1ECC1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vised_images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32D484A-80E3-3B83-4D9C-076B763AE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vised_images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vised_images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vised_images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A368E33-15F5-6EE0-5456-452317EC7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vised_images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vised_images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vised_images/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20</Words>
  <Application>Microsoft Office PowerPoint</Application>
  <PresentationFormat>全屏显示(16:9)</PresentationFormat>
  <Paragraphs>20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FreunDo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FreunDo Pitch Deck Revised</dc:title>
  <dc:subject>Revised FreunDo pitch deck</dc:subject>
  <dc:creator>OpenAI</dc:creator>
  <cp:lastModifiedBy>Zechun Deng (student)</cp:lastModifiedBy>
  <cp:revision>3</cp:revision>
  <dcterms:created xsi:type="dcterms:W3CDTF">2026-09-10T15:45:59Z</dcterms:created>
  <dcterms:modified xsi:type="dcterms:W3CDTF">2026-09-10T22:11:12Z</dcterms:modified>
</cp:coreProperties>
</file>