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76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4B74032F-C421-40FC-8FEC-B3566728A92F}">
          <p14:sldIdLst>
            <p14:sldId id="256"/>
          </p14:sldIdLst>
        </p14:section>
        <p14:section name="Motivation" id="{B0F16864-6FA6-4CEB-9626-E7FF2FEBB052}">
          <p14:sldIdLst>
            <p14:sldId id="257"/>
            <p14:sldId id="258"/>
            <p14:sldId id="259"/>
            <p14:sldId id="260"/>
            <p14:sldId id="261"/>
            <p14:sldId id="276"/>
            <p14:sldId id="263"/>
          </p14:sldIdLst>
        </p14:section>
        <p14:section name="Innovation" id="{C7F792A0-B818-4391-99F6-9DFFAA9205FB}">
          <p14:sldIdLst>
            <p14:sldId id="264"/>
          </p14:sldIdLst>
        </p14:section>
        <p14:section name="Marketing" id="{828D8F81-A01C-4EB3-9241-217BE3E4F65E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Fundings" id="{A70B4419-1D08-43E7-9C2E-6C8F7B21AE21}">
          <p14:sldIdLst>
            <p14:sldId id="271"/>
            <p14:sldId id="272"/>
          </p14:sldIdLst>
        </p14:section>
        <p14:section name="Team" id="{B38E3010-3FCD-4FEA-A279-D65ADF1A8CF2}">
          <p14:sldIdLst>
            <p14:sldId id="273"/>
            <p14:sldId id="274"/>
          </p14:sldIdLst>
        </p14:section>
        <p14:section name="Contact" id="{70C5CCCB-14A3-42BD-B49A-06AC3F4263AF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6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echun Deng (student)" userId="745e65e1-799e-4184-9bbe-4b7939f512f2" providerId="ADAL" clId="{24A86945-BF09-4B51-80B5-AA2E75CC58C3}"/>
    <pc:docChg chg="undo custSel addSld delSld modSld modSection">
      <pc:chgData name="Zechun Deng (student)" userId="745e65e1-799e-4184-9bbe-4b7939f512f2" providerId="ADAL" clId="{24A86945-BF09-4B51-80B5-AA2E75CC58C3}" dt="2026-09-23T16:47:49.716" v="32" actId="22"/>
      <pc:docMkLst>
        <pc:docMk/>
      </pc:docMkLst>
      <pc:sldChg chg="addSp delSp modSp mod">
        <pc:chgData name="Zechun Deng (student)" userId="745e65e1-799e-4184-9bbe-4b7939f512f2" providerId="ADAL" clId="{24A86945-BF09-4B51-80B5-AA2E75CC58C3}" dt="2026-09-23T16:47:49.716" v="32" actId="22"/>
        <pc:sldMkLst>
          <pc:docMk/>
          <pc:sldMk cId="0" sldId="261"/>
        </pc:sldMkLst>
        <pc:picChg chg="add del mod">
          <ac:chgData name="Zechun Deng (student)" userId="745e65e1-799e-4184-9bbe-4b7939f512f2" providerId="ADAL" clId="{24A86945-BF09-4B51-80B5-AA2E75CC58C3}" dt="2026-09-23T16:42:21.719" v="29" actId="478"/>
          <ac:picMkLst>
            <pc:docMk/>
            <pc:sldMk cId="0" sldId="261"/>
            <ac:picMk id="2" creationId="{58C0A180-2EA9-B39B-4713-4CE85A2FF852}"/>
          </ac:picMkLst>
        </pc:picChg>
        <pc:picChg chg="del">
          <ac:chgData name="Zechun Deng (student)" userId="745e65e1-799e-4184-9bbe-4b7939f512f2" providerId="ADAL" clId="{24A86945-BF09-4B51-80B5-AA2E75CC58C3}" dt="2026-09-23T16:40:16.171" v="27" actId="478"/>
          <ac:picMkLst>
            <pc:docMk/>
            <pc:sldMk cId="0" sldId="261"/>
            <ac:picMk id="4" creationId="{58C0A180-2EA9-B39B-4713-4CE85A2FF852}"/>
          </ac:picMkLst>
        </pc:picChg>
        <pc:picChg chg="add del">
          <ac:chgData name="Zechun Deng (student)" userId="745e65e1-799e-4184-9bbe-4b7939f512f2" providerId="ADAL" clId="{24A86945-BF09-4B51-80B5-AA2E75CC58C3}" dt="2026-09-23T16:47:48.804" v="31" actId="478"/>
          <ac:picMkLst>
            <pc:docMk/>
            <pc:sldMk cId="0" sldId="261"/>
            <ac:picMk id="5" creationId="{FC062E66-EC83-70E9-41D3-F879A414E0A5}"/>
          </ac:picMkLst>
        </pc:picChg>
        <pc:picChg chg="add">
          <ac:chgData name="Zechun Deng (student)" userId="745e65e1-799e-4184-9bbe-4b7939f512f2" providerId="ADAL" clId="{24A86945-BF09-4B51-80B5-AA2E75CC58C3}" dt="2026-09-23T16:47:49.716" v="32" actId="22"/>
          <ac:picMkLst>
            <pc:docMk/>
            <pc:sldMk cId="0" sldId="261"/>
            <ac:picMk id="7" creationId="{8C462B24-23BD-42E8-9ACE-FCCB9618C79D}"/>
          </ac:picMkLst>
        </pc:picChg>
      </pc:sldChg>
      <pc:sldChg chg="addSp delSp modSp mod">
        <pc:chgData name="Zechun Deng (student)" userId="745e65e1-799e-4184-9bbe-4b7939f512f2" providerId="ADAL" clId="{24A86945-BF09-4B51-80B5-AA2E75CC58C3}" dt="2026-09-23T15:18:03.161" v="18"/>
        <pc:sldMkLst>
          <pc:docMk/>
          <pc:sldMk cId="0" sldId="265"/>
        </pc:sldMkLst>
        <pc:picChg chg="add mod">
          <ac:chgData name="Zechun Deng (student)" userId="745e65e1-799e-4184-9bbe-4b7939f512f2" providerId="ADAL" clId="{24A86945-BF09-4B51-80B5-AA2E75CC58C3}" dt="2026-09-23T15:18:03.161" v="18"/>
          <ac:picMkLst>
            <pc:docMk/>
            <pc:sldMk cId="0" sldId="265"/>
            <ac:picMk id="2" creationId="{3F0F8562-158A-1C5A-199F-A06EADE572A0}"/>
          </ac:picMkLst>
        </pc:picChg>
        <pc:picChg chg="del">
          <ac:chgData name="Zechun Deng (student)" userId="745e65e1-799e-4184-9bbe-4b7939f512f2" providerId="ADAL" clId="{24A86945-BF09-4B51-80B5-AA2E75CC58C3}" dt="2026-09-23T15:18:02.730" v="17" actId="478"/>
          <ac:picMkLst>
            <pc:docMk/>
            <pc:sldMk cId="0" sldId="265"/>
            <ac:picMk id="4" creationId="{3F0F8562-158A-1C5A-199F-A06EADE572A0}"/>
          </ac:picMkLst>
        </pc:picChg>
      </pc:sldChg>
      <pc:sldChg chg="addSp delSp mod">
        <pc:chgData name="Zechun Deng (student)" userId="745e65e1-799e-4184-9bbe-4b7939f512f2" providerId="ADAL" clId="{24A86945-BF09-4B51-80B5-AA2E75CC58C3}" dt="2026-09-23T16:29:30.942" v="26" actId="22"/>
        <pc:sldMkLst>
          <pc:docMk/>
          <pc:sldMk cId="0" sldId="270"/>
        </pc:sldMkLst>
        <pc:picChg chg="add del">
          <ac:chgData name="Zechun Deng (student)" userId="745e65e1-799e-4184-9bbe-4b7939f512f2" providerId="ADAL" clId="{24A86945-BF09-4B51-80B5-AA2E75CC58C3}" dt="2026-09-23T16:27:30.105" v="23" actId="478"/>
          <ac:picMkLst>
            <pc:docMk/>
            <pc:sldMk cId="0" sldId="270"/>
            <ac:picMk id="2" creationId="{00000000-0000-0000-0000-000000000000}"/>
          </ac:picMkLst>
        </pc:picChg>
        <pc:picChg chg="add del">
          <ac:chgData name="Zechun Deng (student)" userId="745e65e1-799e-4184-9bbe-4b7939f512f2" providerId="ADAL" clId="{24A86945-BF09-4B51-80B5-AA2E75CC58C3}" dt="2026-09-23T16:27:26.687" v="21" actId="22"/>
          <ac:picMkLst>
            <pc:docMk/>
            <pc:sldMk cId="0" sldId="270"/>
            <ac:picMk id="4" creationId="{EC822E9E-95A4-A604-29E2-D55B25146185}"/>
          </ac:picMkLst>
        </pc:picChg>
        <pc:picChg chg="add del">
          <ac:chgData name="Zechun Deng (student)" userId="745e65e1-799e-4184-9bbe-4b7939f512f2" providerId="ADAL" clId="{24A86945-BF09-4B51-80B5-AA2E75CC58C3}" dt="2026-09-23T16:29:29.744" v="25" actId="478"/>
          <ac:picMkLst>
            <pc:docMk/>
            <pc:sldMk cId="0" sldId="270"/>
            <ac:picMk id="6" creationId="{6E08D04A-FE11-F606-FC17-C1A9C7BC8B30}"/>
          </ac:picMkLst>
        </pc:picChg>
        <pc:picChg chg="add">
          <ac:chgData name="Zechun Deng (student)" userId="745e65e1-799e-4184-9bbe-4b7939f512f2" providerId="ADAL" clId="{24A86945-BF09-4B51-80B5-AA2E75CC58C3}" dt="2026-09-23T16:29:30.942" v="26" actId="22"/>
          <ac:picMkLst>
            <pc:docMk/>
            <pc:sldMk cId="0" sldId="270"/>
            <ac:picMk id="8" creationId="{D965C4F4-2287-6EF3-EAC4-EA74CCE75E0D}"/>
          </ac:picMkLst>
        </pc:picChg>
      </pc:sldChg>
      <pc:sldChg chg="addSp delSp modSp new mod">
        <pc:chgData name="Zechun Deng (student)" userId="745e65e1-799e-4184-9bbe-4b7939f512f2" providerId="ADAL" clId="{24A86945-BF09-4B51-80B5-AA2E75CC58C3}" dt="2026-09-21T16:29:49.534" v="14" actId="22"/>
        <pc:sldMkLst>
          <pc:docMk/>
          <pc:sldMk cId="1613769763" sldId="276"/>
        </pc:sldMkLst>
        <pc:picChg chg="add">
          <ac:chgData name="Zechun Deng (student)" userId="745e65e1-799e-4184-9bbe-4b7939f512f2" providerId="ADAL" clId="{24A86945-BF09-4B51-80B5-AA2E75CC58C3}" dt="2026-09-21T16:29:49.534" v="14" actId="22"/>
          <ac:picMkLst>
            <pc:docMk/>
            <pc:sldMk cId="1613769763" sldId="276"/>
            <ac:picMk id="3" creationId="{87255EAF-DB3C-F96B-82C5-5BA72C1A0015}"/>
          </ac:picMkLst>
        </pc:picChg>
      </pc:sldChg>
      <pc:sldChg chg="add del">
        <pc:chgData name="Zechun Deng (student)" userId="745e65e1-799e-4184-9bbe-4b7939f512f2" providerId="ADAL" clId="{24A86945-BF09-4B51-80B5-AA2E75CC58C3}" dt="2026-09-23T15:14:40.053" v="16" actId="2890"/>
        <pc:sldMkLst>
          <pc:docMk/>
          <pc:sldMk cId="2576551945" sldId="27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431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eundo.co.uk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>
            <a:hlinkClick r:id="rId4"/>
          </p:cNvPr>
          <p:cNvSpPr/>
          <p:nvPr/>
        </p:nvSpPr>
        <p:spPr>
          <a:xfrm>
            <a:off x="932688" y="2889504"/>
            <a:ext cx="2331720" cy="32918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6E5921F-BD50-2796-58B2-0D0BBB33B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-1367"/>
            <a:ext cx="9141570" cy="514486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B0377D39-9FEF-0022-948B-3F7A41A52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D60AF0F-552D-4190-38DD-99829BB9B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8C462B24-23BD-42E8-9ACE-FCCB9618C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7255EAF-DB3C-F96B-82C5-5BA72C1A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769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3D20B0F1-6D91-4FD7-7853-63D57826D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F0F8562-158A-1C5A-199F-A06EADE57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4AFC46BE-756A-F1F6-7B3B-258D1ECC1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32D484A-80E3-3B83-4D9C-076B763AE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D965C4F4-2287-6EF3-EAC4-EA74CCE75E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A368E33-15F5-6EE0-5456-452317EC7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</TotalTime>
  <Words>19</Words>
  <Application>Microsoft Office PowerPoint</Application>
  <PresentationFormat>全屏显示(16:9)</PresentationFormat>
  <Paragraphs>19</Paragraphs>
  <Slides>20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2" baseType="lpstr"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FreunDo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FreunDo Pitch Deck Revised</dc:title>
  <dc:subject>Revised FreunDo pitch deck</dc:subject>
  <dc:creator>OpenAI</dc:creator>
  <cp:lastModifiedBy>Zechun Deng (student)</cp:lastModifiedBy>
  <cp:revision>3</cp:revision>
  <dcterms:created xsi:type="dcterms:W3CDTF">2026-09-10T15:45:59Z</dcterms:created>
  <dcterms:modified xsi:type="dcterms:W3CDTF">2026-09-23T16:47:52Z</dcterms:modified>
</cp:coreProperties>
</file>