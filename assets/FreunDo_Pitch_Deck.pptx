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76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71" r:id="rId18"/>
    <p:sldId id="272" r:id="rId19"/>
    <p:sldId id="273" r:id="rId20"/>
    <p:sldId id="274" r:id="rId21"/>
    <p:sldId id="275" r:id="rId22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Cover" id="{4B74032F-C421-40FC-8FEC-B3566728A92F}">
          <p14:sldIdLst>
            <p14:sldId id="256"/>
          </p14:sldIdLst>
        </p14:section>
        <p14:section name="Motivation" id="{B0F16864-6FA6-4CEB-9626-E7FF2FEBB052}">
          <p14:sldIdLst>
            <p14:sldId id="257"/>
            <p14:sldId id="258"/>
            <p14:sldId id="259"/>
            <p14:sldId id="260"/>
            <p14:sldId id="261"/>
            <p14:sldId id="262"/>
            <p14:sldId id="276"/>
            <p14:sldId id="263"/>
          </p14:sldIdLst>
        </p14:section>
        <p14:section name="Innovation" id="{C7F792A0-B818-4391-99F6-9DFFAA9205FB}">
          <p14:sldIdLst>
            <p14:sldId id="264"/>
          </p14:sldIdLst>
        </p14:section>
        <p14:section name="Marketing" id="{828D8F81-A01C-4EB3-9241-217BE3E4F65E}">
          <p14:sldIdLst>
            <p14:sldId id="265"/>
            <p14:sldId id="266"/>
            <p14:sldId id="267"/>
            <p14:sldId id="268"/>
            <p14:sldId id="269"/>
            <p14:sldId id="270"/>
          </p14:sldIdLst>
        </p14:section>
        <p14:section name="Fundings" id="{A70B4419-1D08-43E7-9C2E-6C8F7B21AE21}">
          <p14:sldIdLst>
            <p14:sldId id="271"/>
            <p14:sldId id="272"/>
          </p14:sldIdLst>
        </p14:section>
        <p14:section name="Team" id="{B38E3010-3FCD-4FEA-A279-D65ADF1A8CF2}">
          <p14:sldIdLst>
            <p14:sldId id="273"/>
            <p14:sldId id="274"/>
          </p14:sldIdLst>
        </p14:section>
        <p14:section name="Contact" id="{70C5CCCB-14A3-42BD-B49A-06AC3F4263AF}">
          <p14:sldIdLst>
            <p14:sldId id="275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87" d="100"/>
          <a:sy n="87" d="100"/>
        </p:scale>
        <p:origin x="680" y="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notesMaster" Target="notesMasters/notesMaster1.xml"/><Relationship Id="rId28" Type="http://schemas.microsoft.com/office/2016/11/relationships/changesInfo" Target="changesInfos/changesInfo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Zechun Deng (student)" userId="745e65e1-799e-4184-9bbe-4b7939f512f2" providerId="ADAL" clId="{24A86945-BF09-4B51-80B5-AA2E75CC58C3}"/>
    <pc:docChg chg="undo custSel addSld modSld modSection">
      <pc:chgData name="Zechun Deng (student)" userId="745e65e1-799e-4184-9bbe-4b7939f512f2" providerId="ADAL" clId="{24A86945-BF09-4B51-80B5-AA2E75CC58C3}" dt="2026-09-21T16:21:15.502" v="11" actId="22"/>
      <pc:docMkLst>
        <pc:docMk/>
      </pc:docMkLst>
      <pc:sldChg chg="addSp delSp modSp new mod">
        <pc:chgData name="Zechun Deng (student)" userId="745e65e1-799e-4184-9bbe-4b7939f512f2" providerId="ADAL" clId="{24A86945-BF09-4B51-80B5-AA2E75CC58C3}" dt="2026-09-21T16:21:15.502" v="11" actId="22"/>
        <pc:sldMkLst>
          <pc:docMk/>
          <pc:sldMk cId="1613769763" sldId="276"/>
        </pc:sldMkLst>
        <pc:picChg chg="add del">
          <ac:chgData name="Zechun Deng (student)" userId="745e65e1-799e-4184-9bbe-4b7939f512f2" providerId="ADAL" clId="{24A86945-BF09-4B51-80B5-AA2E75CC58C3}" dt="2026-09-21T16:18:03.187" v="3" actId="22"/>
          <ac:picMkLst>
            <pc:docMk/>
            <pc:sldMk cId="1613769763" sldId="276"/>
            <ac:picMk id="2" creationId="{CA4A44DE-9FA9-84BB-4E86-32577642636B}"/>
          </ac:picMkLst>
        </pc:picChg>
        <pc:picChg chg="add del mod">
          <ac:chgData name="Zechun Deng (student)" userId="745e65e1-799e-4184-9bbe-4b7939f512f2" providerId="ADAL" clId="{24A86945-BF09-4B51-80B5-AA2E75CC58C3}" dt="2026-09-21T16:18:13.884" v="7" actId="478"/>
          <ac:picMkLst>
            <pc:docMk/>
            <pc:sldMk cId="1613769763" sldId="276"/>
            <ac:picMk id="3" creationId="{AED606AC-0CC6-1A7A-DEF3-763993C44B65}"/>
          </ac:picMkLst>
        </pc:picChg>
        <pc:picChg chg="add del">
          <ac:chgData name="Zechun Deng (student)" userId="745e65e1-799e-4184-9bbe-4b7939f512f2" providerId="ADAL" clId="{24A86945-BF09-4B51-80B5-AA2E75CC58C3}" dt="2026-09-21T16:18:40.479" v="10" actId="22"/>
          <ac:picMkLst>
            <pc:docMk/>
            <pc:sldMk cId="1613769763" sldId="276"/>
            <ac:picMk id="4" creationId="{84012E12-7F33-26A7-7A2E-55F01CB58F94}"/>
          </ac:picMkLst>
        </pc:picChg>
        <pc:picChg chg="add">
          <ac:chgData name="Zechun Deng (student)" userId="745e65e1-799e-4184-9bbe-4b7939f512f2" providerId="ADAL" clId="{24A86945-BF09-4B51-80B5-AA2E75CC58C3}" dt="2026-09-21T16:21:15.502" v="11" actId="22"/>
          <ac:picMkLst>
            <pc:docMk/>
            <pc:sldMk cId="1613769763" sldId="276"/>
            <ac:picMk id="6" creationId="{19A6C773-4450-07C2-106B-419F2AE62A9B}"/>
          </ac:picMkLst>
        </pc:pic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88743115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hyperlink" Target="https://freundo.co.uk" TargetMode="Externa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mnt/data/revised_images/image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Shape 0">
            <a:hlinkClick r:id="rId4"/>
          </p:cNvPr>
          <p:cNvSpPr/>
          <p:nvPr/>
        </p:nvSpPr>
        <p:spPr>
          <a:xfrm>
            <a:off x="932688" y="2889504"/>
            <a:ext cx="2331720" cy="32918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>
            <a:extLst>
              <a:ext uri="{FF2B5EF4-FFF2-40B4-BE49-F238E27FC236}">
                <a16:creationId xmlns:a16="http://schemas.microsoft.com/office/drawing/2014/main" id="{36E5921F-BD50-2796-58B2-0D0BBB33B1E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" y="-1367"/>
            <a:ext cx="9141570" cy="5144867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mnt/data/revised_images/image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图片 5">
            <a:extLst>
              <a:ext uri="{FF2B5EF4-FFF2-40B4-BE49-F238E27FC236}">
                <a16:creationId xmlns:a16="http://schemas.microsoft.com/office/drawing/2014/main" id="{B0377D39-9FEF-0022-948B-3F7A41A52DB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29" y="0"/>
            <a:ext cx="9139141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>
            <a:extLst>
              <a:ext uri="{FF2B5EF4-FFF2-40B4-BE49-F238E27FC236}">
                <a16:creationId xmlns:a16="http://schemas.microsoft.com/office/drawing/2014/main" id="{6D60AF0F-552D-4190-38DD-99829BB9B63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29" y="0"/>
            <a:ext cx="9139141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>
            <a:extLst>
              <a:ext uri="{FF2B5EF4-FFF2-40B4-BE49-F238E27FC236}">
                <a16:creationId xmlns:a16="http://schemas.microsoft.com/office/drawing/2014/main" id="{58C0A180-2EA9-B39B-4713-4CE85A2FF85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29" y="0"/>
            <a:ext cx="9139141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>
            <a:extLst>
              <a:ext uri="{FF2B5EF4-FFF2-40B4-BE49-F238E27FC236}">
                <a16:creationId xmlns:a16="http://schemas.microsoft.com/office/drawing/2014/main" id="{2931DCF0-0410-4495-048E-7F76E2B8F94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29" y="0"/>
            <a:ext cx="9139141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图片 5">
            <a:extLst>
              <a:ext uri="{FF2B5EF4-FFF2-40B4-BE49-F238E27FC236}">
                <a16:creationId xmlns:a16="http://schemas.microsoft.com/office/drawing/2014/main" id="{19A6C773-4450-07C2-106B-419F2AE62A9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29" y="0"/>
            <a:ext cx="9139141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1376976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图片 5">
            <a:extLst>
              <a:ext uri="{FF2B5EF4-FFF2-40B4-BE49-F238E27FC236}">
                <a16:creationId xmlns:a16="http://schemas.microsoft.com/office/drawing/2014/main" id="{3D20B0F1-6D91-4FD7-7853-63D57826D9F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29" y="0"/>
            <a:ext cx="9139141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mnt/data/revised_images/image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>
            <a:extLst>
              <a:ext uri="{FF2B5EF4-FFF2-40B4-BE49-F238E27FC236}">
                <a16:creationId xmlns:a16="http://schemas.microsoft.com/office/drawing/2014/main" id="{3F0F8562-158A-1C5A-199F-A06EADE572A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29" y="0"/>
            <a:ext cx="9139141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图片 5">
            <a:extLst>
              <a:ext uri="{FF2B5EF4-FFF2-40B4-BE49-F238E27FC236}">
                <a16:creationId xmlns:a16="http://schemas.microsoft.com/office/drawing/2014/main" id="{4AFC46BE-756A-F1F6-7B3B-258D1ECC136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29" y="0"/>
            <a:ext cx="9139141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mnt/data/revised_images/image1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>
            <a:extLst>
              <a:ext uri="{FF2B5EF4-FFF2-40B4-BE49-F238E27FC236}">
                <a16:creationId xmlns:a16="http://schemas.microsoft.com/office/drawing/2014/main" id="{632D484A-80E3-3B83-4D9C-076B763AED4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29" y="0"/>
            <a:ext cx="9139141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mnt/data/revised_images/image1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mnt/data/revised_images/image1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mnt/data/revised_images/image1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>
            <a:extLst>
              <a:ext uri="{FF2B5EF4-FFF2-40B4-BE49-F238E27FC236}">
                <a16:creationId xmlns:a16="http://schemas.microsoft.com/office/drawing/2014/main" id="{6A368E33-15F5-6EE0-5456-452317EC7CB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29" y="0"/>
            <a:ext cx="9139141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mnt/data/revised_images/image1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mnt/data/revised_images/image2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mnt/data/revised_images/image2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382</TotalTime>
  <Words>20</Words>
  <Application>Microsoft Office PowerPoint</Application>
  <PresentationFormat>全屏显示(16:9)</PresentationFormat>
  <Paragraphs>20</Paragraphs>
  <Slides>21</Slides>
  <Notes>20</Notes>
  <HiddenSlides>0</HiddenSlides>
  <MMClips>0</MMClips>
  <ScaleCrop>false</ScaleCrop>
  <HeadingPairs>
    <vt:vector size="6" baseType="variant">
      <vt:variant>
        <vt:lpstr>已用的字体</vt:lpstr>
      </vt:variant>
      <vt:variant>
        <vt:i4>1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21</vt:i4>
      </vt:variant>
    </vt:vector>
  </HeadingPairs>
  <TitlesOfParts>
    <vt:vector size="23" baseType="lpstr">
      <vt:lpstr>Arial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>FreunDo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FreunDo Pitch Deck Revised</dc:title>
  <dc:subject>Revised FreunDo pitch deck</dc:subject>
  <dc:creator>OpenAI</dc:creator>
  <cp:lastModifiedBy>Zechun Deng (student)</cp:lastModifiedBy>
  <cp:revision>3</cp:revision>
  <dcterms:created xsi:type="dcterms:W3CDTF">2026-09-10T15:45:59Z</dcterms:created>
  <dcterms:modified xsi:type="dcterms:W3CDTF">2026-09-21T16:21:23Z</dcterms:modified>
</cp:coreProperties>
</file>